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Retail Sales Analytics &amp; Profit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Data Science and Machine Learning Project</a:t>
            </a:r>
          </a:p>
          <a:p>
            <a:pPr>
              <a:defRPr sz="1900"/>
            </a:pPr>
            <a:r>
              <a:t>Student: Add your name</a:t>
            </a:r>
          </a:p>
          <a:p>
            <a:pPr>
              <a:defRPr sz="1900"/>
            </a:pPr>
            <a:r>
              <a:t>Dataset: Synthetic teaching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Understand sales, profit, products, regions, discounts, returns and delivery experience. Estimate profit for a proposed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2,400 raw rows including one intentional duplicate; 2,400 unique orders after exact duplicate removal.</a:t>
            </a:r>
          </a:p>
          <a:p>
            <a:pPr>
              <a:defRPr sz="1900"/>
            </a:pPr>
            <a:r>
              <a:t>Date range: 2024-01-01 to 2025-12-31.</a:t>
            </a:r>
          </a:p>
          <a:p>
            <a:pPr>
              <a:defRPr sz="1900"/>
            </a:pPr>
            <a:r>
              <a:t>Note: data is synthetic, not company transaction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 Cleaning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Parsed dates; removed exact duplicate; inspected missing values and numeric ranges; used pipeline imputation.</a:t>
            </a:r>
          </a:p>
          <a:p>
            <a:pPr>
              <a:defRPr sz="1900"/>
            </a:pPr>
            <a:r>
              <a:t>Created year, month, quarter, age group, profit margin, discount amount and delivery status.</a:t>
            </a:r>
          </a:p>
          <a:p>
            <a:pPr>
              <a:defRPr sz="1900"/>
            </a:pPr>
            <a:r>
              <a:t>Discount is a decimal fraction (0.10 = 10%).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Dashboard explores revenue/profit by month, category, product, brand, region and salesperson.</a:t>
            </a:r>
          </a:p>
          <a:p>
            <a:pPr>
              <a:defRPr sz="1900"/>
            </a:pPr>
            <a:r>
              <a:t>Also studies discount vs profit, delivery vs rating, payment methods and returns.</a:t>
            </a:r>
          </a:p>
          <a:p>
            <a:pPr>
              <a:defRPr sz="1900"/>
            </a:pPr>
            <a:r>
              <a:t>Insert screenshots from your running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Regression target: Profit.</a:t>
            </a:r>
          </a:p>
          <a:p>
            <a:pPr>
              <a:defRPr sz="1900"/>
            </a:pPr>
            <a:r>
              <a:t>Models: Linear Regression, Decision Tree Regressor, Random Forest Regressor.</a:t>
            </a:r>
          </a:p>
          <a:p>
            <a:pPr>
              <a:defRPr sz="1900"/>
            </a:pPr>
            <a:r>
              <a:t>Train/test split: 80% / 20%.</a:t>
            </a:r>
          </a:p>
          <a:p>
            <a:pPr>
              <a:defRPr sz="1900"/>
            </a:pPr>
            <a:r>
              <a:t>Metrics: MAE, MSE, RMSE and R².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See reports/model_metrics.csv for the measured test metrics.</a:t>
            </a:r>
          </a:p>
          <a:p>
            <a:pPr>
              <a:defRPr sz="1900"/>
            </a:pPr>
            <a:r>
              <a:t>The lowest-RMSE model was selected and saved as models/final_pipeline.pkl.</a:t>
            </a:r>
          </a:p>
          <a:p>
            <a:pPr>
              <a:defRPr sz="1900"/>
            </a:pPr>
            <a:r>
              <a:t>Permutation importance provides feature-level explainability.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Streamlit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Home • Dataset Explorer • Sales Dashboard • Product &amp; Regional Analysis</a:t>
            </a:r>
          </a:p>
          <a:p>
            <a:pPr>
              <a:defRPr sz="1900"/>
            </a:pPr>
            <a:r>
              <a:t>Customer &amp; Delivery Analysis • Model Evaluation • Profit Prediction</a:t>
            </a:r>
          </a:p>
          <a:p>
            <a:pPr>
              <a:defRPr sz="1900"/>
            </a:pPr>
            <a:r>
              <a:t>Advanced filters, Plotly charts, prediction downloads and configurable profit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Review category and product profitability before allocating stock.</a:t>
            </a:r>
          </a:p>
          <a:p>
            <a:pPr>
              <a:defRPr sz="1900"/>
            </a:pPr>
            <a:r>
              <a:t>Set discount guardrails based on contribution profit.</a:t>
            </a:r>
          </a:p>
          <a:p>
            <a:pPr>
              <a:defRPr sz="1900"/>
            </a:pPr>
            <a:r>
              <a:t>Investigate categories with high return rates.</a:t>
            </a:r>
          </a:p>
          <a:p>
            <a:pPr>
              <a:defRPr sz="1900"/>
            </a:pPr>
            <a:r>
              <a:t>Monitor late-delivery routes and customer ratings.</a:t>
            </a:r>
          </a:p>
          <a:p>
            <a:pPr>
              <a:defRPr sz="1900"/>
            </a:pPr>
            <a:r>
              <a:t>Coach salespeople using profit per order, not sales volume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Synthetic data demonstrates the complete technical workflow only.</a:t>
            </a:r>
          </a:p>
          <a:p>
            <a:pPr>
              <a:defRPr sz="1900"/>
            </a:pPr>
            <a:r>
              <a:t>Validate insights and retrain using authorized real company data.</a:t>
            </a:r>
          </a:p>
          <a:p>
            <a:pPr>
              <a:defRPr sz="1900"/>
            </a:pPr>
            <a:r>
              <a:t>Deploy via GitHub and Streamlit Community Cloud; add the public URL to README.</a:t>
            </a:r>
          </a:p>
          <a:p>
            <a:pPr>
              <a:defRPr sz="1900"/>
            </a:pPr>
            <a:r>
              <a:t>Capture real screenshots after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